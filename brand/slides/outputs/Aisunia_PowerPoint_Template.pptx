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プレゼンテーションタイトル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サブタイトル・説明文をここに入力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">
  <a:themeElements>
    <a:clrScheme name="Aisunia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5C7A99"/>
      </a:accent3>
      <a:accent4>
        <a:srgbClr val="3D5C7A"/>
      </a:accent4>
      <a:accent5>
        <a:srgbClr val="7A8FA6"/>
      </a:accent5>
      <a:accent6>
        <a:srgbClr val="9CA3AF"/>
      </a:accent6>
      <a:hlink>
        <a:srgbClr val="BC002D"/>
      </a:hlink>
      <a:folHlink>
        <a:srgbClr val="551014"/>
      </a:folHlink>
    </a:clrScheme>
    <a:fontScheme name="Aisunia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