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3017520" cy="1005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2960" y="1920240"/>
            <a:ext cx="11045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0584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400" b="1" i="0">
                <a:solidFill>
                  <a:srgbClr val="FFFFFF"/>
                </a:solidFill>
                <a:latin typeface="BIZ UDPゴシック"/>
              </a:rPr>
              <a:t>F案：フォレストグリーン（紺×赤×深緑）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AABBCC"/>
                </a:solidFill>
                <a:latin typeface="BIZ UDPゴシック"/>
              </a:rPr>
              <a:t>紺 × 赤 × フォレストグリーン（成熟・知的・誠実・BCG／Deloitte系）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899AA"/>
                </a:solidFill>
                <a:latin typeface="BIZ UDPゴシック"/>
              </a:rPr>
              <a:t>20XX年XX月XX日　Aisunia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BIZ UDPゴシック"/>
              </a:rPr>
              <a:t>目次</a:t>
            </a:r>
          </a:p>
        </p:txBody>
      </p:sp>
      <p:pic>
        <p:nvPicPr>
          <p:cNvPr id="5" name="Picture 4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512" y="182880"/>
            <a:ext cx="1700784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042416"/>
            <a:ext cx="12188952" cy="54681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45720" cy="347472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AABBCC"/>
                </a:solidFill>
                <a:latin typeface="BIZ UDPゴシック"/>
              </a:rPr>
              <a:t>Aisunia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510528"/>
            <a:ext cx="822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BIZ UDPゴシック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28016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28016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135331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13716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現状課題の整理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0312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10312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217627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219456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ご提案内容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92608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92608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299923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8760" y="301752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導入効果・事例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74904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74904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382219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8760" y="384048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スケジュール・費用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572000"/>
            <a:ext cx="594360" cy="566928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572000"/>
            <a:ext cx="594360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BIZ UDPゴシック"/>
              </a:rPr>
              <a:t>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4645152"/>
            <a:ext cx="36576" cy="411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8760" y="466344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0">
                <a:solidFill>
                  <a:srgbClr val="1A2B4A"/>
                </a:solidFill>
                <a:latin typeface="BIZ UDPゴシック"/>
              </a:rPr>
              <a:t>まとめ・次のステップ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BIZ UDPゴシック"/>
              </a:rPr>
              <a:t>スライドタイトル</a:t>
            </a:r>
          </a:p>
        </p:txBody>
      </p:sp>
      <p:pic>
        <p:nvPicPr>
          <p:cNvPr id="5" name="Picture 4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512" y="182880"/>
            <a:ext cx="1700784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042416"/>
            <a:ext cx="12188952" cy="54681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45720" cy="347472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AABBCC"/>
                </a:solidFill>
                <a:latin typeface="BIZ UDPゴシック"/>
              </a:rPr>
              <a:t>Aisunia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510528"/>
            <a:ext cx="822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BIZ UDPゴシック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2344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700">
                <a:solidFill>
                  <a:srgbClr val="BC002D"/>
                </a:solidFill>
                <a:latin typeface="BIZ UDPゴシック"/>
              </a:rPr>
              <a:t>▌ </a:t>
            </a:r>
            <a:r>
              <a:rPr sz="1700">
                <a:solidFill>
                  <a:srgbClr val="222222"/>
                </a:solidFill>
                <a:latin typeface="BIZ UDPゴシック"/>
              </a:rPr>
              <a:t>ここに本文・箇条書きの内容を入力します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BC002D"/>
                </a:solidFill>
                <a:latin typeface="BIZ UDPゴシック"/>
              </a:rPr>
              <a:t>▌ </a:t>
            </a:r>
            <a:r>
              <a:rPr sz="1700">
                <a:solidFill>
                  <a:srgbClr val="222222"/>
                </a:solidFill>
                <a:latin typeface="BIZ UDPゴシック"/>
              </a:rPr>
              <a:t>2つ目のポイントをここに書きます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BC002D"/>
                </a:solidFill>
                <a:latin typeface="BIZ UDPゴシック"/>
              </a:rPr>
              <a:t>▌ </a:t>
            </a:r>
            <a:r>
              <a:rPr sz="1700">
                <a:solidFill>
                  <a:srgbClr val="222222"/>
                </a:solidFill>
                <a:latin typeface="BIZ UDPゴシック"/>
              </a:rPr>
              <a:t>3つ目のポイントをここに書きます</a:t>
            </a:r>
          </a:p>
          <a:p>
            <a:pPr>
              <a:spcBef>
                <a:spcPts val="1000"/>
              </a:spcBef>
            </a:pPr>
            <a:r>
              <a:rPr sz="1700">
                <a:solidFill>
                  <a:srgbClr val="BC002D"/>
                </a:solidFill>
                <a:latin typeface="BIZ UDPゴシック"/>
              </a:rPr>
              <a:t>▌ </a:t>
            </a:r>
            <a:r>
              <a:rPr sz="1700">
                <a:solidFill>
                  <a:srgbClr val="222222"/>
                </a:solidFill>
                <a:latin typeface="BIZ UDPゴシック"/>
              </a:rPr>
              <a:t>4つ目のポイントをここに書きます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19359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19359" y="0"/>
            <a:ext cx="706959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2783" y="0"/>
            <a:ext cx="73152" cy="685800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6576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200" b="1" i="0">
                <a:solidFill>
                  <a:srgbClr val="3A5A8A"/>
                </a:solidFill>
                <a:latin typeface="BIZ UDPゴシック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7999" y="2834640"/>
            <a:ext cx="5943600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7999" y="1828800"/>
            <a:ext cx="6400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1A2B4A"/>
                </a:solidFill>
                <a:latin typeface="BIZ UDPゴシック"/>
              </a:rPr>
              <a:t>セクションタイトル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BIZ UDPゴシック"/>
              </a:rPr>
              <a:t>比較・2カラムスライド</a:t>
            </a:r>
          </a:p>
        </p:txBody>
      </p:sp>
      <p:pic>
        <p:nvPicPr>
          <p:cNvPr id="5" name="Picture 4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512" y="182880"/>
            <a:ext cx="1700784" cy="566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042416"/>
            <a:ext cx="12188952" cy="54681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45720" cy="347472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AABBCC"/>
                </a:solidFill>
                <a:latin typeface="BIZ UDPゴシック"/>
              </a:rPr>
              <a:t>Aisunia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4552" y="6510528"/>
            <a:ext cx="822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 i="0">
                <a:solidFill>
                  <a:srgbClr val="FFFFFF"/>
                </a:solidFill>
                <a:latin typeface="BIZ UDPゴシック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34440"/>
            <a:ext cx="5577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234440"/>
            <a:ext cx="5577840" cy="5486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5577840" cy="228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252728"/>
            <a:ext cx="5303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BIZ UDPゴシック"/>
              </a:rPr>
              <a:t>左カラム見出し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920240"/>
            <a:ext cx="5212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22222"/>
                </a:solidFill>
                <a:latin typeface="BIZ UDPゴシック"/>
              </a:rPr>
              <a:t>内容をここに入力します。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234440"/>
            <a:ext cx="557784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234440"/>
            <a:ext cx="5577840" cy="54864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783080"/>
            <a:ext cx="5577840" cy="2286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252728"/>
            <a:ext cx="53035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BIZ UDPゴシック"/>
              </a:rPr>
              <a:t>右カラム見出し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920240"/>
            <a:ext cx="5212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222222"/>
                </a:solidFill>
                <a:latin typeface="BIZ UDPゴシック"/>
              </a:rPr>
              <a:t>内容をここに入力します。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291840"/>
            <a:ext cx="11045952" cy="36576"/>
          </a:xfrm>
          <a:prstGeom prst="rect">
            <a:avLst/>
          </a:prstGeom>
          <a:solidFill>
            <a:srgbClr val="BC00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1045952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1" i="0">
                <a:solidFill>
                  <a:srgbClr val="FFFFFF"/>
                </a:solidFill>
                <a:latin typeface="BIZ UDPゴシック"/>
              </a:rPr>
              <a:t>ご清聴ありがとうございました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1045952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 i="0">
                <a:solidFill>
                  <a:srgbClr val="AABBCC"/>
                </a:solidFill>
                <a:latin typeface="BIZ UDPゴシック"/>
              </a:rPr>
              <a:t>ご不明な点はお気軽にお問い合わせください</a:t>
            </a:r>
          </a:p>
        </p:txBody>
      </p:sp>
      <p:pic>
        <p:nvPicPr>
          <p:cNvPr id="7" name="Picture 6" descr="Aisunia_ロゴ_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6" y="3566160"/>
            <a:ext cx="2743200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709160"/>
            <a:ext cx="11045952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AABBCC"/>
                </a:solidFill>
                <a:latin typeface="BIZ UDPゴシック"/>
              </a:rPr>
              <a:t>アイサニア・コンサルティング　｜　中小企業診断士 × freee × AI自動化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66360"/>
            <a:ext cx="11045952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88BBFF"/>
                </a:solidFill>
                <a:latin typeface="BIZ UDPゴシック"/>
              </a:rPr>
              <a:t>https://www.aisunia.com　｜　yosuke-takeshita@aisunia.com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sunia_F_ForestGreen">
  <a:themeElements>
    <a:clrScheme name="Aisunia_F_ForestGreen">
      <a:dk1>
        <a:srgbClr val="1A2B4A"/>
      </a:dk1>
      <a:lt1>
        <a:srgbClr val="FFFFFF"/>
      </a:lt1>
      <a:dk2>
        <a:srgbClr val="222222"/>
      </a:dk2>
      <a:lt2>
        <a:srgbClr val="F4F6F8"/>
      </a:lt2>
      <a:accent1>
        <a:srgbClr val="BC002D"/>
      </a:accent1>
      <a:accent2>
        <a:srgbClr val="1A2B4A"/>
      </a:accent2>
      <a:accent3>
        <a:srgbClr val="2D5F3F"/>
      </a:accent3>
      <a:accent4>
        <a:srgbClr val="1F4A2E"/>
      </a:accent4>
      <a:accent5>
        <a:srgbClr val="3A5A8A"/>
      </a:accent5>
      <a:accent6>
        <a:srgbClr val="6B7280"/>
      </a:accent6>
      <a:hlink>
        <a:srgbClr val="BC002D"/>
      </a:hlink>
      <a:folHlink>
        <a:srgbClr val="551014"/>
      </a:folHlink>
    </a:clrScheme>
    <a:fontScheme name="Aisunia_F_ForestGreen">
      <a:majorFont>
        <a:latin typeface="BIZ UDPGothic"/>
        <a:ea typeface="BIZ UDPGothic"/>
        <a:cs typeface=""/>
      </a:majorFont>
      <a:minorFont>
        <a:latin typeface="BIZ UDPGothic"/>
        <a:ea typeface="BIZ UDPGothic"/>
        <a:cs typeface=""/>
      </a:minorFont>
    </a:fontScheme>
    <a:fmtScheme name="Aisunia_F_ForestGree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