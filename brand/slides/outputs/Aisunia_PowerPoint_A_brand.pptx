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A案：ブランド純正（紺×赤×グレー）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紺 × 赤 × グレー（既存ブランド最優先）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A_Brand">
  <a:themeElements>
    <a:clrScheme name="Aisunia_A_Brand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6B7280"/>
      </a:accent3>
      <a:accent4>
        <a:srgbClr val="9CA3AF"/>
      </a:accent4>
      <a:accent5>
        <a:srgbClr val="3A5A8A"/>
      </a:accent5>
      <a:accent6>
        <a:srgbClr val="8B0020"/>
      </a:accent6>
      <a:hlink>
        <a:srgbClr val="BC002D"/>
      </a:hlink>
      <a:folHlink>
        <a:srgbClr val="551014"/>
      </a:folHlink>
    </a:clrScheme>
    <a:fontScheme name="Aisunia_A_Brand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A_Bra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