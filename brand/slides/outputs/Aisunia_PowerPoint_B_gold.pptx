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1868912" y="0"/>
            <a:ext cx="320040" cy="6858000"/>
          </a:xfrm>
          <a:prstGeom prst="rect">
            <a:avLst/>
          </a:prstGeom>
          <a:solidFill>
            <a:srgbClr val="BC00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Aisunia_ロゴ_白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502920"/>
            <a:ext cx="3017520" cy="100584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822960" y="1920240"/>
            <a:ext cx="11045952" cy="36576"/>
          </a:xfrm>
          <a:prstGeom prst="rect">
            <a:avLst/>
          </a:prstGeom>
          <a:solidFill>
            <a:srgbClr val="BC00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2103120"/>
            <a:ext cx="10058400" cy="12801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3400" b="1" i="0">
                <a:solidFill>
                  <a:srgbClr val="FFFFFF"/>
                </a:solidFill>
                <a:latin typeface="BIZ UDPゴシック"/>
              </a:rPr>
              <a:t>B案：金アクセント（紺×赤×ゴールド）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3520440"/>
            <a:ext cx="1005840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600" b="0" i="0">
                <a:solidFill>
                  <a:srgbClr val="AABBCC"/>
                </a:solidFill>
                <a:latin typeface="BIZ UDPゴシック"/>
              </a:rPr>
              <a:t>紺 × 赤 × ゴールド（高級感・士業らしさ）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5806440"/>
            <a:ext cx="73152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 i="0">
                <a:solidFill>
                  <a:srgbClr val="8899AA"/>
                </a:solidFill>
                <a:latin typeface="BIZ UDPゴシック"/>
              </a:rPr>
              <a:t>20XX年XX月XX日　Aisunia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88952" cy="36576"/>
          </a:xfrm>
          <a:prstGeom prst="rect">
            <a:avLst/>
          </a:prstGeom>
          <a:solidFill>
            <a:srgbClr val="BC00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82880"/>
            <a:ext cx="914400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400" b="1" i="0">
                <a:solidFill>
                  <a:srgbClr val="FFFFFF"/>
                </a:solidFill>
                <a:latin typeface="BIZ UDPゴシック"/>
              </a:rPr>
              <a:t>目次</a:t>
            </a:r>
          </a:p>
        </p:txBody>
      </p:sp>
      <p:pic>
        <p:nvPicPr>
          <p:cNvPr id="5" name="Picture 4" descr="Aisunia_ロゴ_白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11512" y="182880"/>
            <a:ext cx="1700784" cy="566928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0" y="1042416"/>
            <a:ext cx="12188952" cy="5468112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1A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6510528"/>
            <a:ext cx="45720" cy="347472"/>
          </a:xfrm>
          <a:prstGeom prst="rect">
            <a:avLst/>
          </a:prstGeom>
          <a:solidFill>
            <a:srgbClr val="BC00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900" b="0" i="0">
                <a:solidFill>
                  <a:srgbClr val="AABBCC"/>
                </a:solidFill>
                <a:latin typeface="BIZ UDPゴシック"/>
              </a:rPr>
              <a:t>Aisunia All rights reserved.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274552" y="6510528"/>
            <a:ext cx="822960" cy="347472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1000" b="1" i="0">
                <a:solidFill>
                  <a:srgbClr val="FFFFFF"/>
                </a:solidFill>
                <a:latin typeface="BIZ UDPゴシック"/>
              </a:rPr>
              <a:t>1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1280160"/>
            <a:ext cx="594360" cy="566928"/>
          </a:xfrm>
          <a:prstGeom prst="rect">
            <a:avLst/>
          </a:prstGeom>
          <a:solidFill>
            <a:srgbClr val="BC00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1280160"/>
            <a:ext cx="594360" cy="566928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500" b="1" i="0">
                <a:solidFill>
                  <a:srgbClr val="FFFFFF"/>
                </a:solidFill>
                <a:latin typeface="BIZ UDPゴシック"/>
              </a:rPr>
              <a:t>01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371600" y="1353312"/>
            <a:ext cx="36576" cy="41148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508760" y="1371600"/>
            <a:ext cx="91440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700" b="0" i="0">
                <a:solidFill>
                  <a:srgbClr val="1A2B4A"/>
                </a:solidFill>
                <a:latin typeface="BIZ UDPゴシック"/>
              </a:rPr>
              <a:t>現状課題の整理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080" y="2103120"/>
            <a:ext cx="594360" cy="566928"/>
          </a:xfrm>
          <a:prstGeom prst="rect">
            <a:avLst/>
          </a:prstGeom>
          <a:solidFill>
            <a:srgbClr val="BC00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" y="2103120"/>
            <a:ext cx="594360" cy="566928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500" b="1" i="0">
                <a:solidFill>
                  <a:srgbClr val="FFFFFF"/>
                </a:solidFill>
                <a:latin typeface="BIZ UDPゴシック"/>
              </a:rPr>
              <a:t>02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371600" y="2176272"/>
            <a:ext cx="36576" cy="41148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508760" y="2194560"/>
            <a:ext cx="91440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700" b="0" i="0">
                <a:solidFill>
                  <a:srgbClr val="1A2B4A"/>
                </a:solidFill>
                <a:latin typeface="BIZ UDPゴシック"/>
              </a:rPr>
              <a:t>ご提案内容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40080" y="2926080"/>
            <a:ext cx="594360" cy="566928"/>
          </a:xfrm>
          <a:prstGeom prst="rect">
            <a:avLst/>
          </a:prstGeom>
          <a:solidFill>
            <a:srgbClr val="BC00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" y="2926080"/>
            <a:ext cx="594360" cy="566928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500" b="1" i="0">
                <a:solidFill>
                  <a:srgbClr val="FFFFFF"/>
                </a:solidFill>
                <a:latin typeface="BIZ UDPゴシック"/>
              </a:rPr>
              <a:t>03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371600" y="2999232"/>
            <a:ext cx="36576" cy="41148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508760" y="3017520"/>
            <a:ext cx="91440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700" b="0" i="0">
                <a:solidFill>
                  <a:srgbClr val="1A2B4A"/>
                </a:solidFill>
                <a:latin typeface="BIZ UDPゴシック"/>
              </a:rPr>
              <a:t>導入効果・事例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40080" y="3749040"/>
            <a:ext cx="594360" cy="566928"/>
          </a:xfrm>
          <a:prstGeom prst="rect">
            <a:avLst/>
          </a:prstGeom>
          <a:solidFill>
            <a:srgbClr val="BC00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0080" y="3749040"/>
            <a:ext cx="594360" cy="566928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500" b="1" i="0">
                <a:solidFill>
                  <a:srgbClr val="FFFFFF"/>
                </a:solidFill>
                <a:latin typeface="BIZ UDPゴシック"/>
              </a:rPr>
              <a:t>04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371600" y="3822192"/>
            <a:ext cx="36576" cy="41148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508760" y="3840480"/>
            <a:ext cx="91440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700" b="0" i="0">
                <a:solidFill>
                  <a:srgbClr val="1A2B4A"/>
                </a:solidFill>
                <a:latin typeface="BIZ UDPゴシック"/>
              </a:rPr>
              <a:t>スケジュール・費用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40080" y="4572000"/>
            <a:ext cx="594360" cy="566928"/>
          </a:xfrm>
          <a:prstGeom prst="rect">
            <a:avLst/>
          </a:prstGeom>
          <a:solidFill>
            <a:srgbClr val="BC00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0080" y="4572000"/>
            <a:ext cx="594360" cy="566928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500" b="1" i="0">
                <a:solidFill>
                  <a:srgbClr val="FFFFFF"/>
                </a:solidFill>
                <a:latin typeface="BIZ UDPゴシック"/>
              </a:rPr>
              <a:t>05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371600" y="4645152"/>
            <a:ext cx="36576" cy="41148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508760" y="4663440"/>
            <a:ext cx="91440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700" b="0" i="0">
                <a:solidFill>
                  <a:srgbClr val="1A2B4A"/>
                </a:solidFill>
                <a:latin typeface="BIZ UDPゴシック"/>
              </a:rPr>
              <a:t>まとめ・次のステップ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88952" cy="36576"/>
          </a:xfrm>
          <a:prstGeom prst="rect">
            <a:avLst/>
          </a:prstGeom>
          <a:solidFill>
            <a:srgbClr val="BC00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82880"/>
            <a:ext cx="914400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400" b="1" i="0">
                <a:solidFill>
                  <a:srgbClr val="FFFFFF"/>
                </a:solidFill>
                <a:latin typeface="BIZ UDPゴシック"/>
              </a:rPr>
              <a:t>スライドタイトル</a:t>
            </a:r>
          </a:p>
        </p:txBody>
      </p:sp>
      <p:pic>
        <p:nvPicPr>
          <p:cNvPr id="5" name="Picture 4" descr="Aisunia_ロゴ_白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11512" y="182880"/>
            <a:ext cx="1700784" cy="566928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0" y="1042416"/>
            <a:ext cx="12188952" cy="546811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1A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6510528"/>
            <a:ext cx="45720" cy="347472"/>
          </a:xfrm>
          <a:prstGeom prst="rect">
            <a:avLst/>
          </a:prstGeom>
          <a:solidFill>
            <a:srgbClr val="BC00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900" b="0" i="0">
                <a:solidFill>
                  <a:srgbClr val="AABBCC"/>
                </a:solidFill>
                <a:latin typeface="BIZ UDPゴシック"/>
              </a:rPr>
              <a:t>Aisunia All rights reserved.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274552" y="6510528"/>
            <a:ext cx="822960" cy="347472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1000" b="1" i="0">
                <a:solidFill>
                  <a:srgbClr val="FFFFFF"/>
                </a:solidFill>
                <a:latin typeface="BIZ UDPゴシック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1234440"/>
            <a:ext cx="10515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</a:pPr>
            <a:r>
              <a:rPr sz="1700">
                <a:solidFill>
                  <a:srgbClr val="BC002D"/>
                </a:solidFill>
                <a:latin typeface="BIZ UDPゴシック"/>
              </a:rPr>
              <a:t>▌ </a:t>
            </a:r>
            <a:r>
              <a:rPr sz="1700">
                <a:solidFill>
                  <a:srgbClr val="222222"/>
                </a:solidFill>
                <a:latin typeface="BIZ UDPゴシック"/>
              </a:rPr>
              <a:t>ここに本文・箇条書きの内容を入力します</a:t>
            </a:r>
          </a:p>
          <a:p>
            <a:pPr>
              <a:spcBef>
                <a:spcPts val="1000"/>
              </a:spcBef>
            </a:pPr>
            <a:r>
              <a:rPr sz="1700">
                <a:solidFill>
                  <a:srgbClr val="BC002D"/>
                </a:solidFill>
                <a:latin typeface="BIZ UDPゴシック"/>
              </a:rPr>
              <a:t>▌ </a:t>
            </a:r>
            <a:r>
              <a:rPr sz="1700">
                <a:solidFill>
                  <a:srgbClr val="222222"/>
                </a:solidFill>
                <a:latin typeface="BIZ UDPゴシック"/>
              </a:rPr>
              <a:t>2つ目のポイントをここに書きます</a:t>
            </a:r>
          </a:p>
          <a:p>
            <a:pPr>
              <a:spcBef>
                <a:spcPts val="1000"/>
              </a:spcBef>
            </a:pPr>
            <a:r>
              <a:rPr sz="1700">
                <a:solidFill>
                  <a:srgbClr val="BC002D"/>
                </a:solidFill>
                <a:latin typeface="BIZ UDPゴシック"/>
              </a:rPr>
              <a:t>▌ </a:t>
            </a:r>
            <a:r>
              <a:rPr sz="1700">
                <a:solidFill>
                  <a:srgbClr val="222222"/>
                </a:solidFill>
                <a:latin typeface="BIZ UDPゴシック"/>
              </a:rPr>
              <a:t>3つ目のポイントをここに書きます</a:t>
            </a:r>
          </a:p>
          <a:p>
            <a:pPr>
              <a:spcBef>
                <a:spcPts val="1000"/>
              </a:spcBef>
            </a:pPr>
            <a:r>
              <a:rPr sz="1700">
                <a:solidFill>
                  <a:srgbClr val="BC002D"/>
                </a:solidFill>
                <a:latin typeface="BIZ UDPゴシック"/>
              </a:rPr>
              <a:t>▌ </a:t>
            </a:r>
            <a:r>
              <a:rPr sz="1700">
                <a:solidFill>
                  <a:srgbClr val="222222"/>
                </a:solidFill>
                <a:latin typeface="BIZ UDPゴシック"/>
              </a:rPr>
              <a:t>4つ目のポイントをここに書きます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119359" cy="6858000"/>
          </a:xfrm>
          <a:prstGeom prst="rect">
            <a:avLst/>
          </a:prstGeom>
          <a:solidFill>
            <a:srgbClr val="1A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119359" y="0"/>
            <a:ext cx="706959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082783" y="0"/>
            <a:ext cx="73152" cy="6858000"/>
          </a:xfrm>
          <a:prstGeom prst="rect">
            <a:avLst/>
          </a:prstGeom>
          <a:solidFill>
            <a:srgbClr val="BC00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645920"/>
            <a:ext cx="3657600" cy="18288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200" b="1" i="0">
                <a:solidFill>
                  <a:srgbClr val="3A5A8A"/>
                </a:solidFill>
                <a:latin typeface="BIZ UDPゴシック"/>
              </a:rPr>
              <a:t>01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7999" y="2834640"/>
            <a:ext cx="5943600" cy="36576"/>
          </a:xfrm>
          <a:prstGeom prst="rect">
            <a:avLst/>
          </a:prstGeom>
          <a:solidFill>
            <a:srgbClr val="BC00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7999" y="1828800"/>
            <a:ext cx="6400800" cy="10972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3000" b="1" i="0">
                <a:solidFill>
                  <a:srgbClr val="1A2B4A"/>
                </a:solidFill>
                <a:latin typeface="BIZ UDPゴシック"/>
              </a:rPr>
              <a:t>セクションタイトル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88952" cy="36576"/>
          </a:xfrm>
          <a:prstGeom prst="rect">
            <a:avLst/>
          </a:prstGeom>
          <a:solidFill>
            <a:srgbClr val="BC00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82880"/>
            <a:ext cx="914400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400" b="1" i="0">
                <a:solidFill>
                  <a:srgbClr val="FFFFFF"/>
                </a:solidFill>
                <a:latin typeface="BIZ UDPゴシック"/>
              </a:rPr>
              <a:t>比較・2カラムスライド</a:t>
            </a:r>
          </a:p>
        </p:txBody>
      </p:sp>
      <p:pic>
        <p:nvPicPr>
          <p:cNvPr id="5" name="Picture 4" descr="Aisunia_ロゴ_白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11512" y="182880"/>
            <a:ext cx="1700784" cy="566928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0" y="1042416"/>
            <a:ext cx="12188952" cy="5468112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1A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6510528"/>
            <a:ext cx="45720" cy="347472"/>
          </a:xfrm>
          <a:prstGeom prst="rect">
            <a:avLst/>
          </a:prstGeom>
          <a:solidFill>
            <a:srgbClr val="BC00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900" b="0" i="0">
                <a:solidFill>
                  <a:srgbClr val="AABBCC"/>
                </a:solidFill>
                <a:latin typeface="BIZ UDPゴシック"/>
              </a:rPr>
              <a:t>Aisunia All rights reserved.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274552" y="6510528"/>
            <a:ext cx="822960" cy="347472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1000" b="1" i="0">
                <a:solidFill>
                  <a:srgbClr val="FFFFFF"/>
                </a:solidFill>
                <a:latin typeface="BIZ UDPゴシック"/>
              </a:rPr>
              <a:t>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1234440"/>
            <a:ext cx="5577840" cy="5029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7200" y="1234440"/>
            <a:ext cx="5577840" cy="548640"/>
          </a:xfrm>
          <a:prstGeom prst="rect">
            <a:avLst/>
          </a:prstGeom>
          <a:solidFill>
            <a:srgbClr val="1A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57200" y="1783080"/>
            <a:ext cx="5577840" cy="22860"/>
          </a:xfrm>
          <a:prstGeom prst="rect">
            <a:avLst/>
          </a:prstGeom>
          <a:solidFill>
            <a:srgbClr val="1A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94360" y="1252728"/>
            <a:ext cx="5303520" cy="5029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500" b="1" i="0">
                <a:solidFill>
                  <a:srgbClr val="FFFFFF"/>
                </a:solidFill>
                <a:latin typeface="BIZ UDPゴシック"/>
              </a:rPr>
              <a:t>左カラム見出し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1920240"/>
            <a:ext cx="5212080" cy="41148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0" i="0">
                <a:solidFill>
                  <a:srgbClr val="222222"/>
                </a:solidFill>
                <a:latin typeface="BIZ UDPゴシック"/>
              </a:rPr>
              <a:t>内容をここに入力します。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355080" y="1234440"/>
            <a:ext cx="5577840" cy="5029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355080" y="1234440"/>
            <a:ext cx="5577840" cy="548640"/>
          </a:xfrm>
          <a:prstGeom prst="rect">
            <a:avLst/>
          </a:prstGeom>
          <a:solidFill>
            <a:srgbClr val="BC00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355080" y="1783080"/>
            <a:ext cx="5577840" cy="22860"/>
          </a:xfrm>
          <a:prstGeom prst="rect">
            <a:avLst/>
          </a:prstGeom>
          <a:solidFill>
            <a:srgbClr val="BC00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92240" y="1252728"/>
            <a:ext cx="5303520" cy="5029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500" b="1" i="0">
                <a:solidFill>
                  <a:srgbClr val="FFFFFF"/>
                </a:solidFill>
                <a:latin typeface="BIZ UDPゴシック"/>
              </a:rPr>
              <a:t>右カラム見出し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37960" y="1920240"/>
            <a:ext cx="5212080" cy="41148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0" i="0">
                <a:solidFill>
                  <a:srgbClr val="222222"/>
                </a:solidFill>
                <a:latin typeface="BIZ UDPゴシック"/>
              </a:rPr>
              <a:t>内容をここに入力します。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1868912" y="0"/>
            <a:ext cx="320040" cy="6858000"/>
          </a:xfrm>
          <a:prstGeom prst="rect">
            <a:avLst/>
          </a:prstGeom>
          <a:solidFill>
            <a:srgbClr val="BC00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22960" y="3291840"/>
            <a:ext cx="11045952" cy="36576"/>
          </a:xfrm>
          <a:prstGeom prst="rect">
            <a:avLst/>
          </a:prstGeom>
          <a:solidFill>
            <a:srgbClr val="BC00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463040"/>
            <a:ext cx="11045952" cy="109728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3400" b="1" i="0">
                <a:solidFill>
                  <a:srgbClr val="FFFFFF"/>
                </a:solidFill>
                <a:latin typeface="BIZ UDPゴシック"/>
              </a:rPr>
              <a:t>ご清聴ありがとうございました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514600"/>
            <a:ext cx="11045952" cy="54864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400" b="0" i="0">
                <a:solidFill>
                  <a:srgbClr val="AABBCC"/>
                </a:solidFill>
                <a:latin typeface="BIZ UDPゴシック"/>
              </a:rPr>
              <a:t>ご不明な点はお気軽にお問い合わせください</a:t>
            </a:r>
          </a:p>
        </p:txBody>
      </p:sp>
      <p:pic>
        <p:nvPicPr>
          <p:cNvPr id="7" name="Picture 6" descr="Aisunia_ロゴ_白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22876" y="3566160"/>
            <a:ext cx="2743200" cy="9144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822960" y="4709160"/>
            <a:ext cx="11045952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300" b="0" i="0">
                <a:solidFill>
                  <a:srgbClr val="AABBCC"/>
                </a:solidFill>
                <a:latin typeface="BIZ UDPゴシック"/>
              </a:rPr>
              <a:t>アイサニア・コンサルティング　｜　中小企業診断士 × freee × AI自動化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5166360"/>
            <a:ext cx="11045952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200" b="0" i="0">
                <a:solidFill>
                  <a:srgbClr val="88BBFF"/>
                </a:solidFill>
                <a:latin typeface="BIZ UDPゴシック"/>
              </a:rPr>
              <a:t>https://www.aisunia.com　｜　yosuke-takeshita@aisunia.com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Aisunia_B_Gold">
  <a:themeElements>
    <a:clrScheme name="Aisunia_B_Gold">
      <a:dk1>
        <a:srgbClr val="1A2B4A"/>
      </a:dk1>
      <a:lt1>
        <a:srgbClr val="FFFFFF"/>
      </a:lt1>
      <a:dk2>
        <a:srgbClr val="222222"/>
      </a:dk2>
      <a:lt2>
        <a:srgbClr val="F4F6F8"/>
      </a:lt2>
      <a:accent1>
        <a:srgbClr val="BC002D"/>
      </a:accent1>
      <a:accent2>
        <a:srgbClr val="1A2B4A"/>
      </a:accent2>
      <a:accent3>
        <a:srgbClr val="C9A961"/>
      </a:accent3>
      <a:accent4>
        <a:srgbClr val="A8884A"/>
      </a:accent4>
      <a:accent5>
        <a:srgbClr val="3A5A8A"/>
      </a:accent5>
      <a:accent6>
        <a:srgbClr val="6B7280"/>
      </a:accent6>
      <a:hlink>
        <a:srgbClr val="BC002D"/>
      </a:hlink>
      <a:folHlink>
        <a:srgbClr val="8B0020"/>
      </a:folHlink>
    </a:clrScheme>
    <a:fontScheme name="Aisunia_B_Gold">
      <a:majorFont>
        <a:latin typeface="BIZ UDPGothic"/>
        <a:ea typeface="BIZ UDPGothic"/>
        <a:cs typeface=""/>
      </a:majorFont>
      <a:minorFont>
        <a:latin typeface="BIZ UDPGothic"/>
        <a:ea typeface="BIZ UDPGothic"/>
        <a:cs typeface=""/>
      </a:minorFont>
    </a:fontScheme>
    <a:fmtScheme name="Aisunia_B_Gold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>
          <a:solidFill>
            <a:schemeClr val="phClr"/>
          </a:solidFill>
        </a:ln>
        <a:ln w="12700">
          <a:solidFill>
            <a:schemeClr val="phClr"/>
          </a:solidFill>
        </a:ln>
        <a:ln w="1905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