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C案：爽やか系（紺×赤×淡ブルーグレー）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紺 × 赤 × 淡いブルーグレー（モダン・読みやすさ重視）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C_LightBlue">
  <a:themeElements>
    <a:clrScheme name="Aisunia_C_LightBlue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A8B5C8"/>
      </a:accent3>
      <a:accent4>
        <a:srgbClr val="7A8FA6"/>
      </a:accent4>
      <a:accent5>
        <a:srgbClr val="3A5A8A"/>
      </a:accent5>
      <a:accent6>
        <a:srgbClr val="8B95A1"/>
      </a:accent6>
      <a:hlink>
        <a:srgbClr val="BC002D"/>
      </a:hlink>
      <a:folHlink>
        <a:srgbClr val="551014"/>
      </a:folHlink>
    </a:clrScheme>
    <a:fontScheme name="Aisunia_C_LightBlue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C_LightBlu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