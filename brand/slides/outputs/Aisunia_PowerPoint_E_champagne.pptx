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E案：シャンパンゴールド（紺×赤×くすみ金）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シャンパンゴールド（士業の品格・老舗会計事務所系）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E_Champagne">
  <a:themeElements>
    <a:clrScheme name="Aisunia_E_Champagne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C8A86B"/>
      </a:accent3>
      <a:accent4>
        <a:srgbClr val="A88A4F"/>
      </a:accent4>
      <a:accent5>
        <a:srgbClr val="3A5A8A"/>
      </a:accent5>
      <a:accent6>
        <a:srgbClr val="6B7280"/>
      </a:accent6>
      <a:hlink>
        <a:srgbClr val="BC002D"/>
      </a:hlink>
      <a:folHlink>
        <a:srgbClr val="551014"/>
      </a:folHlink>
    </a:clrScheme>
    <a:fontScheme name="Aisunia_E_Champagne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E_Champagn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