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G案：バーガンディ・ラグジュアリー（深紅×紺×プラチナ）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バーガンディ × 紺 × プラチナグレー（ラグジュアリー・トーン低めの洗練）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_G_Burgundy">
  <a:themeElements>
    <a:clrScheme name="Aisunia_G_Burgundy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800020"/>
      </a:accent1>
      <a:accent2>
        <a:srgbClr val="1A2B4A"/>
      </a:accent2>
      <a:accent3>
        <a:srgbClr val="BDC3C7"/>
      </a:accent3>
      <a:accent4>
        <a:srgbClr val="95A5A6"/>
      </a:accent4>
      <a:accent5>
        <a:srgbClr val="3A5A8A"/>
      </a:accent5>
      <a:accent6>
        <a:srgbClr val="7F8C8D"/>
      </a:accent6>
      <a:hlink>
        <a:srgbClr val="800020"/>
      </a:hlink>
      <a:folHlink>
        <a:srgbClr val="4A0010"/>
      </a:folHlink>
    </a:clrScheme>
    <a:fontScheme name="Aisunia_G_Burgundy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_G_Burgund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